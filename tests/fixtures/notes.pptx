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exige la Ley 1503 de 2011. El 30 % de los siniestros ocurre en misión. Multas de $ 1.000.000.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Ley 1503 de 2011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estratégico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 lámina no tiene notas del orador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