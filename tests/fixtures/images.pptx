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phishing llega en correos que parecen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Desconfía de la urgencia y de los enlaces raros.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Correos falsos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Señales de alerta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Urgencia</a:t>
            </a:r>
          </a:p>
          <a:p>
            <a:r>
              <a:t>Enlaces raros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