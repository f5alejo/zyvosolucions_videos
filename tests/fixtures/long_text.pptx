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gestión del riesgo vial en las organizaciones exige identificar los peligros, valorar los riesgos, definir controles y verificar que funcionen, con la participación de los trabajadores y la dirección. La gestión del riesgo vial en las organizaciones exige identificar los peligros, valorar los riesgos, definir controles y verificar que funcionen, con la participación de los trabajadores y la dirección. La gestión del riesgo vial en las organizaciones exige identificar los peligros, valorar los riesgos, definir controles y verificar que funcionen, con la participación de los trabajadores y la dirección.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 título bastante largo que no debería caber en una sola línea de la pantalla del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gestión del riesgo vial en las organizaciones exige identificar los peligros, valorar los riesgos, definir controles y verificar que funcionen, con la participación de los trabajadores y la dirección. </a:t>
            </a:r>
          </a:p>
          <a:p>
            <a:r>
              <a:t>La gestión del riesgo vial en las organizaciones exige identificar los peligros, valorar los riesgos, definir controles y verificar que funcionen, con la participación de los trabajadores y la dirección. </a:t>
            </a:r>
          </a:p>
          <a:p>
            <a:r>
              <a:t>Tercera idea</a:t>
            </a:r>
          </a:p>
          <a:p>
            <a:r>
              <a:t>Cuarta idea</a:t>
            </a:r>
          </a:p>
          <a:p>
            <a:r>
              <a:t>Quinta idea</a:t>
            </a:r>
          </a:p>
          <a:p>
            <a:r>
              <a:t>Sexta idea</a:t>
            </a:r>
          </a:p>
          <a:p>
            <a:r>
              <a:t>Séptima idea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