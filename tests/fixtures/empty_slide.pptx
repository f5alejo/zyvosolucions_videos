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lámina sí tiene narración.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esta también.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del vacío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Después del vacío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 más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