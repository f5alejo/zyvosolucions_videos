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esta presentación veremos qué es la seguridad informática y por qué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contraseña segura es larga y única. Usa un gestor de contraseñas.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 hoy mismo tus cuentas más importantes.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informática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Qué es</a:t>
            </a:r>
          </a:p>
          <a:p>
            <a:r>
              <a:t>Por qué importa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Contraseñas seguras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Largas</a:t>
            </a:r>
          </a:p>
          <a:p>
            <a:r>
              <a:t>Únicas</a:t>
            </a:r>
          </a:p>
          <a:p>
            <a:r>
              <a:t>Con gestor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Revisa tus cuentas hoy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