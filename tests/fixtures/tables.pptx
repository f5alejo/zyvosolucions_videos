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Siniestros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98</c:v>
                </c:pt>
                <c:pt idx="2">
                  <c:v>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multa depende de cuánto se pasa del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siniestros bajaron entre 2022 y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Multas por exceso de velocidad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Exceso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Hasta 20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SMMLV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Más de 20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SMMLV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Siniestros por año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