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Siniestros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98</c:v>
                </c:pt>
                <c:pt idx="2">
                  <c:v>75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esta presentación veremos qué es la seguridad informática y por qué importa.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contraseña segura es larga y única. Usa un gestor de contraseñas.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Revisa hoy mismo tus cuentas más importantes.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phishing llega en correos que parecen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Desconfía de la urgencia y de los enlaces raros.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multa depende de cuánto se pasa del límite.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siniestros bajaron entre 2022 y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 exige la Ley 1503 de 2011. El 30 % de los siniestros ocurre en misión. Multas de $ 1.000.000.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Seguridad informática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Qué es</a:t>
            </a:r>
          </a:p>
          <a:p>
            <a:r>
              <a:t>Por qué importa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Contraseñas seguras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Largas</a:t>
            </a:r>
          </a:p>
          <a:p>
            <a:r>
              <a:t>Únicas</a:t>
            </a:r>
          </a:p>
          <a:p>
            <a:r>
              <a:t>Con gestor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Revisa tus cuentas hoy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Phishing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Correos falsos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Señales de alerta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Urgencia</a:t>
            </a:r>
          </a:p>
          <a:p>
            <a:r>
              <a:t>Enlaces raros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2743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828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Multas por exceso de velocidad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09600">
                <a:tc>
                  <a:txBody>
                    <a:bodyPr/>
                    <a:lstStyle/>
                    <a:p>
                      <a:r>
                        <a:t>Exceso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Multa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Hasta 20 km/h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 SMMLV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Más de 20 km/h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 SMMLV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Siniestros por año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Ley 1503 de 2011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 estratégico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 notas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Esta lámina no tiene notas del orador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